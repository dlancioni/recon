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snapVertSplitter="1" vertBarState="minimized" horzBarState="maximized">
    <p:restoredLeft sz="15620"/>
    <p:restoredTop sz="94660"/>
  </p:normalViewPr>
  <p:slideViewPr>
    <p:cSldViewPr>
      <p:cViewPr varScale="1">
        <p:scale>
          <a:sx n="116" d="100"/>
          <a:sy n="116" d="100"/>
        </p:scale>
        <p:origin x="-2412" y="-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28DBF9-28B3-4B12-9A99-E2AE87ECD8CE}" type="datetimeFigureOut">
              <a:rPr lang="en-US" smtClean="0"/>
              <a:pPr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C41AB-FEF0-4505-A696-774754DCF87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 descr="ex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143000"/>
            <a:ext cx="585810" cy="585810"/>
          </a:xfrm>
          <a:prstGeom prst="rect">
            <a:avLst/>
          </a:prstGeom>
        </p:spPr>
      </p:pic>
      <p:pic>
        <p:nvPicPr>
          <p:cNvPr id="17" name="Imagem 16" descr="ms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576" y="1066800"/>
            <a:ext cx="816243" cy="609600"/>
          </a:xfrm>
          <a:prstGeom prst="rect">
            <a:avLst/>
          </a:prstGeom>
        </p:spPr>
      </p:pic>
      <p:pic>
        <p:nvPicPr>
          <p:cNvPr id="18" name="Imagem 17" descr="text_fil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190364" y="1066800"/>
            <a:ext cx="685800" cy="685800"/>
          </a:xfrm>
          <a:prstGeom prst="rect">
            <a:avLst/>
          </a:prstGeom>
        </p:spPr>
      </p:pic>
      <p:pic>
        <p:nvPicPr>
          <p:cNvPr id="20" name="Imagem 19" descr="postg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818972" cy="720695"/>
          </a:xfrm>
          <a:prstGeom prst="rect">
            <a:avLst/>
          </a:prstGeom>
        </p:spPr>
      </p:pic>
      <p:pic>
        <p:nvPicPr>
          <p:cNvPr id="22" name="Imagem 21" descr="text_fil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206054" y="1066800"/>
            <a:ext cx="685800" cy="685800"/>
          </a:xfrm>
          <a:prstGeom prst="rect">
            <a:avLst/>
          </a:prstGeom>
        </p:spPr>
      </p:pic>
      <p:pic>
        <p:nvPicPr>
          <p:cNvPr id="23" name="Imagem 22" descr="mysq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143000"/>
            <a:ext cx="835252" cy="552450"/>
          </a:xfrm>
          <a:prstGeom prst="rect">
            <a:avLst/>
          </a:prstGeom>
        </p:spPr>
      </p:pic>
      <p:cxnSp>
        <p:nvCxnSpPr>
          <p:cNvPr id="27" name="Conector de seta reta 26"/>
          <p:cNvCxnSpPr/>
          <p:nvPr/>
        </p:nvCxnSpPr>
        <p:spPr>
          <a:xfrm>
            <a:off x="1363362" y="2370426"/>
            <a:ext cx="22860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/>
          <p:cNvCxnSpPr/>
          <p:nvPr/>
        </p:nvCxnSpPr>
        <p:spPr>
          <a:xfrm rot="10800000">
            <a:off x="5554362" y="2362188"/>
            <a:ext cx="205819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Imagem 38" descr="re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2380" y="4057134"/>
            <a:ext cx="1538602" cy="914400"/>
          </a:xfrm>
          <a:prstGeom prst="rect">
            <a:avLst/>
          </a:prstGeom>
        </p:spPr>
      </p:pic>
      <p:sp>
        <p:nvSpPr>
          <p:cNvPr id="40" name="CaixaDeTexto 39"/>
          <p:cNvSpPr txBox="1"/>
          <p:nvPr/>
        </p:nvSpPr>
        <p:spPr>
          <a:xfrm>
            <a:off x="4213656" y="368230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Recon</a:t>
            </a:r>
            <a:endParaRPr lang="en-US" dirty="0"/>
          </a:p>
        </p:txBody>
      </p:sp>
      <p:cxnSp>
        <p:nvCxnSpPr>
          <p:cNvPr id="48" name="Conector de seta reta 47"/>
          <p:cNvCxnSpPr/>
          <p:nvPr/>
        </p:nvCxnSpPr>
        <p:spPr>
          <a:xfrm>
            <a:off x="2362200" y="556056"/>
            <a:ext cx="44958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/>
          <p:cNvCxnSpPr/>
          <p:nvPr/>
        </p:nvCxnSpPr>
        <p:spPr>
          <a:xfrm rot="10800000">
            <a:off x="2362200" y="842322"/>
            <a:ext cx="442039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ixaDeTexto 53"/>
          <p:cNvSpPr txBox="1"/>
          <p:nvPr/>
        </p:nvSpPr>
        <p:spPr>
          <a:xfrm>
            <a:off x="3826476" y="516918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Integração</a:t>
            </a:r>
            <a:endParaRPr lang="en-US" dirty="0"/>
          </a:p>
        </p:txBody>
      </p:sp>
      <p:sp>
        <p:nvSpPr>
          <p:cNvPr id="57" name="Retângulo 56"/>
          <p:cNvSpPr/>
          <p:nvPr/>
        </p:nvSpPr>
        <p:spPr>
          <a:xfrm>
            <a:off x="609600" y="381000"/>
            <a:ext cx="1524000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CaixaDeTexto 57"/>
          <p:cNvSpPr txBox="1"/>
          <p:nvPr/>
        </p:nvSpPr>
        <p:spPr>
          <a:xfrm>
            <a:off x="762000" y="457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Sistema</a:t>
            </a:r>
            <a:r>
              <a:rPr lang="en-US" dirty="0" smtClean="0"/>
              <a:t> 1</a:t>
            </a:r>
            <a:endParaRPr lang="en-US" dirty="0"/>
          </a:p>
        </p:txBody>
      </p:sp>
      <p:sp>
        <p:nvSpPr>
          <p:cNvPr id="59" name="Retângulo 58"/>
          <p:cNvSpPr/>
          <p:nvPr/>
        </p:nvSpPr>
        <p:spPr>
          <a:xfrm>
            <a:off x="7086600" y="381000"/>
            <a:ext cx="1524000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aixaDeTexto 59"/>
          <p:cNvSpPr txBox="1"/>
          <p:nvPr/>
        </p:nvSpPr>
        <p:spPr>
          <a:xfrm>
            <a:off x="7239000" y="457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Sistema</a:t>
            </a:r>
            <a:r>
              <a:rPr lang="en-US" dirty="0" smtClean="0"/>
              <a:t> 2</a:t>
            </a:r>
            <a:endParaRPr lang="en-US" dirty="0"/>
          </a:p>
        </p:txBody>
      </p:sp>
      <p:cxnSp>
        <p:nvCxnSpPr>
          <p:cNvPr id="61" name="Conector de seta reta 60"/>
          <p:cNvCxnSpPr/>
          <p:nvPr/>
        </p:nvCxnSpPr>
        <p:spPr>
          <a:xfrm rot="10800000">
            <a:off x="2918256" y="4444308"/>
            <a:ext cx="9144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/>
          <p:cNvCxnSpPr/>
          <p:nvPr/>
        </p:nvCxnSpPr>
        <p:spPr>
          <a:xfrm>
            <a:off x="5509056" y="4444308"/>
            <a:ext cx="8382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Imagem 67" descr="repo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9656" y="4139508"/>
            <a:ext cx="685800" cy="685800"/>
          </a:xfrm>
          <a:prstGeom prst="rect">
            <a:avLst/>
          </a:prstGeom>
        </p:spPr>
      </p:pic>
      <p:sp>
        <p:nvSpPr>
          <p:cNvPr id="69" name="CaixaDeTexto 68"/>
          <p:cNvSpPr txBox="1"/>
          <p:nvPr/>
        </p:nvSpPr>
        <p:spPr>
          <a:xfrm>
            <a:off x="6575856" y="4901508"/>
            <a:ext cx="1066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5 </a:t>
            </a:r>
            <a:r>
              <a:rPr lang="en-US" sz="1000" dirty="0" smtClean="0"/>
              <a:t>Batidos</a:t>
            </a:r>
            <a:endParaRPr lang="en-US" sz="1000" dirty="0" smtClean="0"/>
          </a:p>
          <a:p>
            <a:r>
              <a:rPr lang="en-US" sz="1000" dirty="0" smtClean="0"/>
              <a:t>3 </a:t>
            </a:r>
            <a:r>
              <a:rPr lang="en-US" sz="1000" dirty="0" smtClean="0"/>
              <a:t>Divergentes</a:t>
            </a:r>
            <a:endParaRPr lang="en-US" sz="1000" dirty="0" smtClean="0"/>
          </a:p>
          <a:p>
            <a:r>
              <a:rPr lang="en-US" sz="1000" dirty="0" smtClean="0"/>
              <a:t>1 Órfão</a:t>
            </a:r>
            <a:endParaRPr lang="en-US" sz="1000" dirty="0"/>
          </a:p>
        </p:txBody>
      </p:sp>
      <p:pic>
        <p:nvPicPr>
          <p:cNvPr id="72" name="Imagem 71" descr="cs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80056" y="4063308"/>
            <a:ext cx="762000" cy="762000"/>
          </a:xfrm>
          <a:prstGeom prst="rect">
            <a:avLst/>
          </a:prstGeom>
        </p:spPr>
      </p:pic>
      <p:sp>
        <p:nvSpPr>
          <p:cNvPr id="73" name="CaixaDeTexto 72"/>
          <p:cNvSpPr txBox="1"/>
          <p:nvPr/>
        </p:nvSpPr>
        <p:spPr>
          <a:xfrm>
            <a:off x="1927656" y="4901508"/>
            <a:ext cx="1066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     </a:t>
            </a:r>
            <a:r>
              <a:rPr lang="en-US" sz="1000" dirty="0" err="1" smtClean="0"/>
              <a:t>Diferenças</a:t>
            </a:r>
            <a:endParaRPr lang="en-US" sz="1000" dirty="0" smtClean="0"/>
          </a:p>
          <a:p>
            <a:r>
              <a:rPr lang="en-US" sz="1000" dirty="0" smtClean="0"/>
              <a:t>200,00 </a:t>
            </a:r>
            <a:r>
              <a:rPr lang="en-US" sz="1000" dirty="0" smtClean="0"/>
              <a:t>/ 199,00</a:t>
            </a:r>
          </a:p>
          <a:p>
            <a:r>
              <a:rPr lang="en-US" sz="1000" dirty="0" smtClean="0"/>
              <a:t>300,00 / 303,33</a:t>
            </a:r>
          </a:p>
          <a:p>
            <a:r>
              <a:rPr lang="en-US" sz="1000" dirty="0" smtClean="0"/>
              <a:t>500,01 / 500,02</a:t>
            </a:r>
            <a:endParaRPr lang="en-US" sz="1000" dirty="0"/>
          </a:p>
        </p:txBody>
      </p:sp>
      <p:cxnSp>
        <p:nvCxnSpPr>
          <p:cNvPr id="78" name="Conector reto 77"/>
          <p:cNvCxnSpPr/>
          <p:nvPr/>
        </p:nvCxnSpPr>
        <p:spPr>
          <a:xfrm rot="5400000">
            <a:off x="1168746" y="2179938"/>
            <a:ext cx="381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to 78"/>
          <p:cNvCxnSpPr/>
          <p:nvPr/>
        </p:nvCxnSpPr>
        <p:spPr>
          <a:xfrm rot="5400000">
            <a:off x="7422056" y="2170906"/>
            <a:ext cx="381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2" name="Imagem 81" descr="et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80020" y="1905000"/>
            <a:ext cx="1396374" cy="1143000"/>
          </a:xfrm>
          <a:prstGeom prst="rect">
            <a:avLst/>
          </a:prstGeom>
        </p:spPr>
      </p:pic>
      <p:sp>
        <p:nvSpPr>
          <p:cNvPr id="83" name="CaixaDeTexto 82"/>
          <p:cNvSpPr txBox="1"/>
          <p:nvPr/>
        </p:nvSpPr>
        <p:spPr>
          <a:xfrm>
            <a:off x="4238370" y="1600200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ETL</a:t>
            </a:r>
            <a:endParaRPr lang="en-US" dirty="0"/>
          </a:p>
        </p:txBody>
      </p:sp>
      <p:cxnSp>
        <p:nvCxnSpPr>
          <p:cNvPr id="86" name="Conector de seta reta 85"/>
          <p:cNvCxnSpPr/>
          <p:nvPr/>
        </p:nvCxnSpPr>
        <p:spPr>
          <a:xfrm rot="5400000">
            <a:off x="4153694" y="3342736"/>
            <a:ext cx="5334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ector de seta reta 87"/>
          <p:cNvCxnSpPr/>
          <p:nvPr/>
        </p:nvCxnSpPr>
        <p:spPr>
          <a:xfrm rot="5400000">
            <a:off x="4458494" y="3342736"/>
            <a:ext cx="5334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m 31" descr="json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15744" y="2819400"/>
            <a:ext cx="397565" cy="457200"/>
          </a:xfrm>
          <a:prstGeom prst="rect">
            <a:avLst/>
          </a:prstGeom>
        </p:spPr>
      </p:pic>
      <p:sp>
        <p:nvSpPr>
          <p:cNvPr id="33" name="CaixaDeTexto 32"/>
          <p:cNvSpPr txBox="1"/>
          <p:nvPr/>
        </p:nvSpPr>
        <p:spPr>
          <a:xfrm>
            <a:off x="2228334" y="3276600"/>
            <a:ext cx="8382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 err="1" smtClean="0"/>
              <a:t>Saldo</a:t>
            </a:r>
            <a:r>
              <a:rPr lang="en-US" sz="800" dirty="0" smtClean="0"/>
              <a:t> x </a:t>
            </a:r>
            <a:r>
              <a:rPr lang="en-US" sz="800" dirty="0" err="1" smtClean="0"/>
              <a:t>Extrato</a:t>
            </a:r>
            <a:endParaRPr lang="en-US" sz="800" dirty="0"/>
          </a:p>
        </p:txBody>
      </p:sp>
      <p:pic>
        <p:nvPicPr>
          <p:cNvPr id="35" name="Imagem 34" descr="json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5210" y="2823516"/>
            <a:ext cx="397565" cy="457200"/>
          </a:xfrm>
          <a:prstGeom prst="rect">
            <a:avLst/>
          </a:prstGeom>
        </p:spPr>
      </p:pic>
      <p:sp>
        <p:nvSpPr>
          <p:cNvPr id="36" name="CaixaDeTexto 35"/>
          <p:cNvSpPr txBox="1"/>
          <p:nvPr/>
        </p:nvSpPr>
        <p:spPr>
          <a:xfrm>
            <a:off x="1371600" y="3280716"/>
            <a:ext cx="9144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 err="1" smtClean="0"/>
              <a:t>Folha</a:t>
            </a:r>
            <a:r>
              <a:rPr lang="en-US" sz="800" dirty="0" smtClean="0"/>
              <a:t> </a:t>
            </a:r>
            <a:r>
              <a:rPr lang="en-US" sz="800" dirty="0" err="1" smtClean="0"/>
              <a:t>Pagamento</a:t>
            </a:r>
            <a:endParaRPr lang="en-US" sz="800" dirty="0"/>
          </a:p>
        </p:txBody>
      </p:sp>
      <p:cxnSp>
        <p:nvCxnSpPr>
          <p:cNvPr id="37" name="Conector de seta reta 36"/>
          <p:cNvCxnSpPr/>
          <p:nvPr/>
        </p:nvCxnSpPr>
        <p:spPr>
          <a:xfrm rot="10800000">
            <a:off x="3150972" y="2988276"/>
            <a:ext cx="8382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de seta reta 44"/>
          <p:cNvCxnSpPr/>
          <p:nvPr/>
        </p:nvCxnSpPr>
        <p:spPr>
          <a:xfrm rot="10800000">
            <a:off x="3200400" y="3200400"/>
            <a:ext cx="8382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scene3d>
            <a:camera prst="orthographicFront">
              <a:rot lat="0" lon="0" rev="10799999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Imagem 45" descr="json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" y="2819400"/>
            <a:ext cx="397565" cy="457200"/>
          </a:xfrm>
          <a:prstGeom prst="rect">
            <a:avLst/>
          </a:prstGeom>
        </p:spPr>
      </p:pic>
      <p:sp>
        <p:nvSpPr>
          <p:cNvPr id="47" name="CaixaDeTexto 46"/>
          <p:cNvSpPr txBox="1"/>
          <p:nvPr/>
        </p:nvSpPr>
        <p:spPr>
          <a:xfrm>
            <a:off x="574590" y="3276600"/>
            <a:ext cx="9144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 err="1" smtClean="0"/>
              <a:t>Banco</a:t>
            </a:r>
            <a:r>
              <a:rPr lang="en-US" sz="800" dirty="0" smtClean="0"/>
              <a:t> x Clearing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32</Words>
  <Application>Microsoft Office PowerPoint</Application>
  <PresentationFormat>Apresentação na tela (4:3)</PresentationFormat>
  <Paragraphs>15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David Lancioni</dc:creator>
  <cp:lastModifiedBy>David Lancioni</cp:lastModifiedBy>
  <cp:revision>12</cp:revision>
  <dcterms:created xsi:type="dcterms:W3CDTF">2022-09-01T11:07:28Z</dcterms:created>
  <dcterms:modified xsi:type="dcterms:W3CDTF">2022-09-01T20:02:46Z</dcterms:modified>
</cp:coreProperties>
</file>