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snapVertSplitter="1" vertBarState="minimized" horzBarState="maximized"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-241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estilo do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28DBF9-28B3-4B12-9A99-E2AE87ECD8CE}" type="datetimeFigureOut">
              <a:rPr lang="en-US" smtClean="0"/>
              <a:pPr/>
              <a:t>9/1/2022</a:t>
            </a:fld>
            <a:endParaRPr 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C41AB-FEF0-4505-A696-774754DCF874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tângulo 42"/>
          <p:cNvSpPr/>
          <p:nvPr/>
        </p:nvSpPr>
        <p:spPr>
          <a:xfrm>
            <a:off x="6248400" y="381000"/>
            <a:ext cx="2438400" cy="15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tângulo 56"/>
          <p:cNvSpPr/>
          <p:nvPr/>
        </p:nvSpPr>
        <p:spPr>
          <a:xfrm>
            <a:off x="304800" y="381000"/>
            <a:ext cx="2438400" cy="1524000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tângulo 40"/>
          <p:cNvSpPr/>
          <p:nvPr/>
        </p:nvSpPr>
        <p:spPr>
          <a:xfrm>
            <a:off x="3733800" y="1752600"/>
            <a:ext cx="1752600" cy="3810000"/>
          </a:xfrm>
          <a:prstGeom prst="rect">
            <a:avLst/>
          </a:prstGeom>
          <a:solidFill>
            <a:schemeClr val="bg1">
              <a:alpha val="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Imagem 15" descr="exc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143000"/>
            <a:ext cx="457200" cy="457200"/>
          </a:xfrm>
          <a:prstGeom prst="rect">
            <a:avLst/>
          </a:prstGeom>
        </p:spPr>
      </p:pic>
      <p:pic>
        <p:nvPicPr>
          <p:cNvPr id="17" name="Imagem 16" descr="mssql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905000" y="1143000"/>
            <a:ext cx="612182" cy="457200"/>
          </a:xfrm>
          <a:prstGeom prst="rect">
            <a:avLst/>
          </a:prstGeom>
        </p:spPr>
      </p:pic>
      <p:pic>
        <p:nvPicPr>
          <p:cNvPr id="18" name="Imagem 17" descr="text_file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190364" y="1066800"/>
            <a:ext cx="533400" cy="533400"/>
          </a:xfrm>
          <a:prstGeom prst="rect">
            <a:avLst/>
          </a:prstGeom>
        </p:spPr>
      </p:pic>
      <p:pic>
        <p:nvPicPr>
          <p:cNvPr id="20" name="Imagem 19" descr="postgr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66801"/>
            <a:ext cx="685800" cy="603504"/>
          </a:xfrm>
          <a:prstGeom prst="rect">
            <a:avLst/>
          </a:prstGeom>
        </p:spPr>
      </p:pic>
      <p:pic>
        <p:nvPicPr>
          <p:cNvPr id="22" name="Imagem 21" descr="text_file.pn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243116" y="1066800"/>
            <a:ext cx="490146" cy="490146"/>
          </a:xfrm>
          <a:prstGeom prst="rect">
            <a:avLst/>
          </a:prstGeom>
        </p:spPr>
      </p:pic>
      <p:pic>
        <p:nvPicPr>
          <p:cNvPr id="23" name="Imagem 22" descr="mysql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494" y="1143000"/>
            <a:ext cx="576036" cy="381000"/>
          </a:xfrm>
          <a:prstGeom prst="rect">
            <a:avLst/>
          </a:prstGeom>
        </p:spPr>
      </p:pic>
      <p:cxnSp>
        <p:nvCxnSpPr>
          <p:cNvPr id="27" name="Conector de seta reta 26"/>
          <p:cNvCxnSpPr/>
          <p:nvPr/>
        </p:nvCxnSpPr>
        <p:spPr>
          <a:xfrm>
            <a:off x="1132698" y="2370426"/>
            <a:ext cx="22860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/>
          <p:nvPr/>
        </p:nvCxnSpPr>
        <p:spPr>
          <a:xfrm rot="10800000">
            <a:off x="5697266" y="2362188"/>
            <a:ext cx="22860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9" name="Imagem 38" descr="re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2380" y="4106562"/>
            <a:ext cx="1538602" cy="914400"/>
          </a:xfrm>
          <a:prstGeom prst="rect">
            <a:avLst/>
          </a:prstGeom>
        </p:spPr>
      </p:pic>
      <p:sp>
        <p:nvSpPr>
          <p:cNvPr id="40" name="CaixaDeTexto 39"/>
          <p:cNvSpPr txBox="1"/>
          <p:nvPr/>
        </p:nvSpPr>
        <p:spPr>
          <a:xfrm>
            <a:off x="4038600" y="5078628"/>
            <a:ext cx="1219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Match Engine</a:t>
            </a:r>
            <a:endParaRPr lang="en-US" sz="1400" dirty="0"/>
          </a:p>
        </p:txBody>
      </p:sp>
      <p:cxnSp>
        <p:nvCxnSpPr>
          <p:cNvPr id="48" name="Conector de seta reta 47"/>
          <p:cNvCxnSpPr/>
          <p:nvPr/>
        </p:nvCxnSpPr>
        <p:spPr>
          <a:xfrm>
            <a:off x="2881194" y="556056"/>
            <a:ext cx="3200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/>
          <p:cNvCxnSpPr/>
          <p:nvPr/>
        </p:nvCxnSpPr>
        <p:spPr>
          <a:xfrm rot="10800000">
            <a:off x="2914122" y="858798"/>
            <a:ext cx="3200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/>
          <p:cNvSpPr txBox="1"/>
          <p:nvPr/>
        </p:nvSpPr>
        <p:spPr>
          <a:xfrm>
            <a:off x="3826476" y="51691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Integração</a:t>
            </a:r>
            <a:endParaRPr lang="en-US" dirty="0"/>
          </a:p>
        </p:txBody>
      </p:sp>
      <p:sp>
        <p:nvSpPr>
          <p:cNvPr id="58" name="CaixaDeTexto 57"/>
          <p:cNvSpPr txBox="1"/>
          <p:nvPr/>
        </p:nvSpPr>
        <p:spPr>
          <a:xfrm>
            <a:off x="990600" y="457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Sistema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60" name="CaixaDeTexto 59"/>
          <p:cNvSpPr txBox="1"/>
          <p:nvPr/>
        </p:nvSpPr>
        <p:spPr>
          <a:xfrm>
            <a:off x="6858000" y="4572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Sistema</a:t>
            </a:r>
            <a:r>
              <a:rPr lang="en-US" dirty="0" smtClean="0"/>
              <a:t> 2</a:t>
            </a:r>
            <a:endParaRPr lang="en-US" dirty="0"/>
          </a:p>
        </p:txBody>
      </p:sp>
      <p:cxnSp>
        <p:nvCxnSpPr>
          <p:cNvPr id="61" name="Conector de seta reta 60"/>
          <p:cNvCxnSpPr/>
          <p:nvPr/>
        </p:nvCxnSpPr>
        <p:spPr>
          <a:xfrm rot="10800000">
            <a:off x="2440452" y="4444308"/>
            <a:ext cx="914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/>
          <p:cNvCxnSpPr/>
          <p:nvPr/>
        </p:nvCxnSpPr>
        <p:spPr>
          <a:xfrm>
            <a:off x="5945670" y="4444308"/>
            <a:ext cx="838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Imagem 67" descr="repor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6270" y="4139508"/>
            <a:ext cx="685800" cy="685800"/>
          </a:xfrm>
          <a:prstGeom prst="rect">
            <a:avLst/>
          </a:prstGeom>
        </p:spPr>
      </p:pic>
      <p:sp>
        <p:nvSpPr>
          <p:cNvPr id="69" name="CaixaDeTexto 68"/>
          <p:cNvSpPr txBox="1"/>
          <p:nvPr/>
        </p:nvSpPr>
        <p:spPr>
          <a:xfrm>
            <a:off x="7012470" y="4901508"/>
            <a:ext cx="1066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5 Batidos</a:t>
            </a:r>
          </a:p>
          <a:p>
            <a:r>
              <a:rPr lang="en-US" sz="1000" dirty="0" smtClean="0"/>
              <a:t>3 Divergentes</a:t>
            </a:r>
          </a:p>
          <a:p>
            <a:r>
              <a:rPr lang="en-US" sz="1000" dirty="0" smtClean="0"/>
              <a:t>1 Órfão</a:t>
            </a:r>
            <a:endParaRPr lang="en-US" sz="1000" dirty="0"/>
          </a:p>
        </p:txBody>
      </p:sp>
      <p:pic>
        <p:nvPicPr>
          <p:cNvPr id="72" name="Imagem 71" descr="csv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02252" y="4063308"/>
            <a:ext cx="762000" cy="762000"/>
          </a:xfrm>
          <a:prstGeom prst="rect">
            <a:avLst/>
          </a:prstGeom>
        </p:spPr>
      </p:pic>
      <p:sp>
        <p:nvSpPr>
          <p:cNvPr id="73" name="CaixaDeTexto 72"/>
          <p:cNvSpPr txBox="1"/>
          <p:nvPr/>
        </p:nvSpPr>
        <p:spPr>
          <a:xfrm>
            <a:off x="1449852" y="4901508"/>
            <a:ext cx="1066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>     </a:t>
            </a:r>
            <a:r>
              <a:rPr lang="en-US" sz="1000" dirty="0" err="1" smtClean="0"/>
              <a:t>Diferenças</a:t>
            </a:r>
            <a:endParaRPr lang="en-US" sz="1000" dirty="0" smtClean="0"/>
          </a:p>
          <a:p>
            <a:r>
              <a:rPr lang="en-US" sz="1000" dirty="0" smtClean="0"/>
              <a:t>200,00 / 199,00</a:t>
            </a:r>
          </a:p>
          <a:p>
            <a:r>
              <a:rPr lang="en-US" sz="1000" dirty="0" smtClean="0"/>
              <a:t>300,00 / 303,33</a:t>
            </a:r>
          </a:p>
          <a:p>
            <a:r>
              <a:rPr lang="en-US" sz="1000" dirty="0" smtClean="0"/>
              <a:t>500,01 / 500,02</a:t>
            </a:r>
            <a:endParaRPr lang="en-US" sz="1000" dirty="0"/>
          </a:p>
        </p:txBody>
      </p:sp>
      <p:cxnSp>
        <p:nvCxnSpPr>
          <p:cNvPr id="78" name="Conector reto 77"/>
          <p:cNvCxnSpPr/>
          <p:nvPr/>
        </p:nvCxnSpPr>
        <p:spPr>
          <a:xfrm rot="5400000">
            <a:off x="938082" y="2179938"/>
            <a:ext cx="381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reto 78"/>
          <p:cNvCxnSpPr/>
          <p:nvPr/>
        </p:nvCxnSpPr>
        <p:spPr>
          <a:xfrm rot="5400000">
            <a:off x="7792766" y="2170906"/>
            <a:ext cx="381000" cy="158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Imagem 81" descr="etl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37686" y="2133600"/>
            <a:ext cx="1301580" cy="1065407"/>
          </a:xfrm>
          <a:prstGeom prst="rect">
            <a:avLst/>
          </a:prstGeom>
        </p:spPr>
      </p:pic>
      <p:sp>
        <p:nvSpPr>
          <p:cNvPr id="83" name="CaixaDeTexto 82"/>
          <p:cNvSpPr txBox="1"/>
          <p:nvPr/>
        </p:nvSpPr>
        <p:spPr>
          <a:xfrm>
            <a:off x="4343400" y="3124200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ETL</a:t>
            </a:r>
            <a:endParaRPr lang="en-US" sz="1400" dirty="0"/>
          </a:p>
        </p:txBody>
      </p:sp>
      <p:cxnSp>
        <p:nvCxnSpPr>
          <p:cNvPr id="86" name="Conector de seta reta 85"/>
          <p:cNvCxnSpPr/>
          <p:nvPr/>
        </p:nvCxnSpPr>
        <p:spPr>
          <a:xfrm rot="5400000">
            <a:off x="4153694" y="3771112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ector de seta reta 87"/>
          <p:cNvCxnSpPr/>
          <p:nvPr/>
        </p:nvCxnSpPr>
        <p:spPr>
          <a:xfrm rot="5400000">
            <a:off x="4458494" y="3771112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Imagem 31" descr="json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6224" y="2819400"/>
            <a:ext cx="397565" cy="457200"/>
          </a:xfrm>
          <a:prstGeom prst="rect">
            <a:avLst/>
          </a:prstGeom>
        </p:spPr>
      </p:pic>
      <p:sp>
        <p:nvSpPr>
          <p:cNvPr id="33" name="CaixaDeTexto 32"/>
          <p:cNvSpPr txBox="1"/>
          <p:nvPr/>
        </p:nvSpPr>
        <p:spPr>
          <a:xfrm>
            <a:off x="1898814" y="3276600"/>
            <a:ext cx="8382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 smtClean="0"/>
              <a:t>Saldo</a:t>
            </a:r>
            <a:r>
              <a:rPr lang="en-US" sz="800" dirty="0" smtClean="0"/>
              <a:t> x </a:t>
            </a:r>
            <a:r>
              <a:rPr lang="en-US" sz="800" dirty="0" err="1" smtClean="0"/>
              <a:t>Extrato</a:t>
            </a:r>
            <a:endParaRPr lang="en-US" sz="800" dirty="0"/>
          </a:p>
        </p:txBody>
      </p:sp>
      <p:pic>
        <p:nvPicPr>
          <p:cNvPr id="35" name="Imagem 34" descr="json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05690" y="2823516"/>
            <a:ext cx="397565" cy="457200"/>
          </a:xfrm>
          <a:prstGeom prst="rect">
            <a:avLst/>
          </a:prstGeom>
        </p:spPr>
      </p:pic>
      <p:sp>
        <p:nvSpPr>
          <p:cNvPr id="36" name="CaixaDeTexto 35"/>
          <p:cNvSpPr txBox="1"/>
          <p:nvPr/>
        </p:nvSpPr>
        <p:spPr>
          <a:xfrm>
            <a:off x="1042080" y="3280716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 smtClean="0"/>
              <a:t>Folha</a:t>
            </a:r>
            <a:r>
              <a:rPr lang="en-US" sz="800" dirty="0" smtClean="0"/>
              <a:t> </a:t>
            </a:r>
            <a:r>
              <a:rPr lang="en-US" sz="800" dirty="0" err="1" smtClean="0"/>
              <a:t>Pagamento</a:t>
            </a:r>
            <a:endParaRPr lang="en-US" sz="800" dirty="0"/>
          </a:p>
        </p:txBody>
      </p:sp>
      <p:cxnSp>
        <p:nvCxnSpPr>
          <p:cNvPr id="37" name="Conector de seta reta 36"/>
          <p:cNvCxnSpPr/>
          <p:nvPr/>
        </p:nvCxnSpPr>
        <p:spPr>
          <a:xfrm rot="10800000">
            <a:off x="2747310" y="2988276"/>
            <a:ext cx="838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/>
          <p:nvPr/>
        </p:nvCxnSpPr>
        <p:spPr>
          <a:xfrm rot="10800000">
            <a:off x="2796738" y="3200400"/>
            <a:ext cx="8382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>
              <a:rot lat="0" lon="0" rev="10799999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Imagem 45" descr="json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8680" y="2819400"/>
            <a:ext cx="397565" cy="457200"/>
          </a:xfrm>
          <a:prstGeom prst="rect">
            <a:avLst/>
          </a:prstGeom>
        </p:spPr>
      </p:pic>
      <p:sp>
        <p:nvSpPr>
          <p:cNvPr id="47" name="CaixaDeTexto 46"/>
          <p:cNvSpPr txBox="1"/>
          <p:nvPr/>
        </p:nvSpPr>
        <p:spPr>
          <a:xfrm>
            <a:off x="245070" y="3276600"/>
            <a:ext cx="914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err="1" smtClean="0"/>
              <a:t>Banco</a:t>
            </a:r>
            <a:r>
              <a:rPr lang="en-US" sz="800" dirty="0" smtClean="0"/>
              <a:t> x Clearing</a:t>
            </a:r>
            <a:endParaRPr lang="en-US" sz="800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3962400" y="1777314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recon.exe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34</Words>
  <Application>Microsoft Office PowerPoint</Application>
  <PresentationFormat>Apresentação na tela (4:3)</PresentationFormat>
  <Paragraphs>16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David Lancioni</dc:creator>
  <cp:lastModifiedBy>David Lancioni</cp:lastModifiedBy>
  <cp:revision>14</cp:revision>
  <dcterms:created xsi:type="dcterms:W3CDTF">2022-09-01T11:07:28Z</dcterms:created>
  <dcterms:modified xsi:type="dcterms:W3CDTF">2022-09-01T20:24:36Z</dcterms:modified>
</cp:coreProperties>
</file>