
<file path=[Content_Types].xml><?xml version="1.0" encoding="utf-8"?>
<Types xmlns="http://schemas.openxmlformats.org/package/2006/content-types"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Default Extension="png" ContentType="image/png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s/slide1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snapVertSplitter="1" vertBarState="minimized" horzBarState="maximized">
    <p:restoredLeft sz="15620"/>
    <p:restoredTop sz="94660"/>
  </p:normalViewPr>
  <p:slideViewPr>
    <p:cSldViewPr>
      <p:cViewPr varScale="1">
        <p:scale>
          <a:sx n="116" d="100"/>
          <a:sy n="116" d="100"/>
        </p:scale>
        <p:origin x="-2412" y="-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 smtClean="0"/>
              <a:t>Clique para editar o estilo do subtítulo mestre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 smtClean="0"/>
              <a:t>Clique para editar os estilos do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estilo do título mestre</a:t>
            </a:r>
            <a:endParaRPr lang="en-US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os estilos do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en-US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D28DBF9-28B3-4B12-9A99-E2AE87ECD8CE}" type="datetimeFigureOut">
              <a:rPr lang="en-US" smtClean="0"/>
              <a:t>9/1/2022</a:t>
            </a:fld>
            <a:endParaRPr lang="en-US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69C41AB-FEF0-4505-A696-774754DCF874}" type="slidenum">
              <a:rPr lang="en-US" smtClean="0"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jpe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Imagem 15" descr="exc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143000"/>
            <a:ext cx="585810" cy="585810"/>
          </a:xfrm>
          <a:prstGeom prst="rect">
            <a:avLst/>
          </a:prstGeom>
        </p:spPr>
      </p:pic>
      <p:pic>
        <p:nvPicPr>
          <p:cNvPr id="17" name="Imagem 16" descr="mssq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90576" y="1066800"/>
            <a:ext cx="816243" cy="609600"/>
          </a:xfrm>
          <a:prstGeom prst="rect">
            <a:avLst/>
          </a:prstGeom>
        </p:spPr>
      </p:pic>
      <p:pic>
        <p:nvPicPr>
          <p:cNvPr id="18" name="Imagem 17" descr="text_fil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190364" y="1066800"/>
            <a:ext cx="685800" cy="685800"/>
          </a:xfrm>
          <a:prstGeom prst="rect">
            <a:avLst/>
          </a:prstGeom>
        </p:spPr>
      </p:pic>
      <p:pic>
        <p:nvPicPr>
          <p:cNvPr id="20" name="Imagem 19" descr="postgre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000" y="1066800"/>
            <a:ext cx="818972" cy="720695"/>
          </a:xfrm>
          <a:prstGeom prst="rect">
            <a:avLst/>
          </a:prstGeom>
        </p:spPr>
      </p:pic>
      <p:pic>
        <p:nvPicPr>
          <p:cNvPr id="22" name="Imagem 21" descr="text_fil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206054" y="1066800"/>
            <a:ext cx="685800" cy="685800"/>
          </a:xfrm>
          <a:prstGeom prst="rect">
            <a:avLst/>
          </a:prstGeom>
        </p:spPr>
      </p:pic>
      <p:pic>
        <p:nvPicPr>
          <p:cNvPr id="23" name="Imagem 22" descr="mysql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0" y="1143000"/>
            <a:ext cx="835252" cy="552450"/>
          </a:xfrm>
          <a:prstGeom prst="rect">
            <a:avLst/>
          </a:prstGeom>
        </p:spPr>
      </p:pic>
      <p:cxnSp>
        <p:nvCxnSpPr>
          <p:cNvPr id="27" name="Conector de seta reta 26"/>
          <p:cNvCxnSpPr/>
          <p:nvPr/>
        </p:nvCxnSpPr>
        <p:spPr>
          <a:xfrm>
            <a:off x="1363362" y="2370426"/>
            <a:ext cx="22860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onector de seta reta 33"/>
          <p:cNvCxnSpPr/>
          <p:nvPr/>
        </p:nvCxnSpPr>
        <p:spPr>
          <a:xfrm rot="10800000">
            <a:off x="5554362" y="2362188"/>
            <a:ext cx="205819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Imagem 38" descr="recon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92380" y="4057134"/>
            <a:ext cx="1538602" cy="914400"/>
          </a:xfrm>
          <a:prstGeom prst="rect">
            <a:avLst/>
          </a:prstGeom>
        </p:spPr>
      </p:pic>
      <p:sp>
        <p:nvSpPr>
          <p:cNvPr id="40" name="CaixaDeTexto 39"/>
          <p:cNvSpPr txBox="1"/>
          <p:nvPr/>
        </p:nvSpPr>
        <p:spPr>
          <a:xfrm>
            <a:off x="4213656" y="3682308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Recon</a:t>
            </a:r>
            <a:endParaRPr lang="en-US" dirty="0"/>
          </a:p>
        </p:txBody>
      </p:sp>
      <p:cxnSp>
        <p:nvCxnSpPr>
          <p:cNvPr id="48" name="Conector de seta reta 47"/>
          <p:cNvCxnSpPr/>
          <p:nvPr/>
        </p:nvCxnSpPr>
        <p:spPr>
          <a:xfrm>
            <a:off x="2362200" y="556056"/>
            <a:ext cx="44958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Conector de seta reta 49"/>
          <p:cNvCxnSpPr/>
          <p:nvPr/>
        </p:nvCxnSpPr>
        <p:spPr>
          <a:xfrm rot="10800000">
            <a:off x="2362200" y="842322"/>
            <a:ext cx="4420394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aixaDeTexto 53"/>
          <p:cNvSpPr txBox="1"/>
          <p:nvPr/>
        </p:nvSpPr>
        <p:spPr>
          <a:xfrm>
            <a:off x="3826476" y="516918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Integração</a:t>
            </a:r>
            <a:endParaRPr lang="en-US" dirty="0"/>
          </a:p>
        </p:txBody>
      </p:sp>
      <p:sp>
        <p:nvSpPr>
          <p:cNvPr id="57" name="Retângulo 56"/>
          <p:cNvSpPr/>
          <p:nvPr/>
        </p:nvSpPr>
        <p:spPr>
          <a:xfrm>
            <a:off x="609600" y="381000"/>
            <a:ext cx="1524000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8" name="CaixaDeTexto 57"/>
          <p:cNvSpPr txBox="1"/>
          <p:nvPr/>
        </p:nvSpPr>
        <p:spPr>
          <a:xfrm>
            <a:off x="762000" y="457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Sistema</a:t>
            </a:r>
            <a:r>
              <a:rPr lang="en-US" dirty="0" smtClean="0"/>
              <a:t> 1</a:t>
            </a:r>
            <a:endParaRPr lang="en-US" dirty="0"/>
          </a:p>
        </p:txBody>
      </p:sp>
      <p:sp>
        <p:nvSpPr>
          <p:cNvPr id="59" name="Retângulo 58"/>
          <p:cNvSpPr/>
          <p:nvPr/>
        </p:nvSpPr>
        <p:spPr>
          <a:xfrm>
            <a:off x="7086600" y="381000"/>
            <a:ext cx="1524000" cy="533400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0" name="CaixaDeTexto 59"/>
          <p:cNvSpPr txBox="1"/>
          <p:nvPr/>
        </p:nvSpPr>
        <p:spPr>
          <a:xfrm>
            <a:off x="7239000" y="457200"/>
            <a:ext cx="1219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Sistema</a:t>
            </a:r>
            <a:r>
              <a:rPr lang="en-US" dirty="0" smtClean="0"/>
              <a:t> 2</a:t>
            </a:r>
            <a:endParaRPr lang="en-US" dirty="0"/>
          </a:p>
        </p:txBody>
      </p:sp>
      <p:cxnSp>
        <p:nvCxnSpPr>
          <p:cNvPr id="61" name="Conector de seta reta 60"/>
          <p:cNvCxnSpPr/>
          <p:nvPr/>
        </p:nvCxnSpPr>
        <p:spPr>
          <a:xfrm rot="10800000">
            <a:off x="2918256" y="4444308"/>
            <a:ext cx="9144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Conector de seta reta 63"/>
          <p:cNvCxnSpPr/>
          <p:nvPr/>
        </p:nvCxnSpPr>
        <p:spPr>
          <a:xfrm>
            <a:off x="5509056" y="4444308"/>
            <a:ext cx="8382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8" name="Imagem 67" descr="report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99656" y="4139508"/>
            <a:ext cx="685800" cy="685800"/>
          </a:xfrm>
          <a:prstGeom prst="rect">
            <a:avLst/>
          </a:prstGeom>
        </p:spPr>
      </p:pic>
      <p:sp>
        <p:nvSpPr>
          <p:cNvPr id="69" name="CaixaDeTexto 68"/>
          <p:cNvSpPr txBox="1"/>
          <p:nvPr/>
        </p:nvSpPr>
        <p:spPr>
          <a:xfrm>
            <a:off x="6575856" y="4901508"/>
            <a:ext cx="1066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5 </a:t>
            </a:r>
            <a:r>
              <a:rPr lang="en-US" sz="1000" dirty="0" err="1" smtClean="0"/>
              <a:t>Batido</a:t>
            </a:r>
            <a:endParaRPr lang="en-US" sz="1000" dirty="0" smtClean="0"/>
          </a:p>
          <a:p>
            <a:r>
              <a:rPr lang="en-US" sz="1000" dirty="0" smtClean="0"/>
              <a:t>3 </a:t>
            </a:r>
            <a:r>
              <a:rPr lang="en-US" sz="1000" dirty="0" err="1" smtClean="0"/>
              <a:t>Divergente</a:t>
            </a:r>
            <a:endParaRPr lang="en-US" sz="1000" dirty="0" smtClean="0"/>
          </a:p>
          <a:p>
            <a:r>
              <a:rPr lang="en-US" sz="1000" dirty="0" smtClean="0"/>
              <a:t>1 </a:t>
            </a:r>
            <a:r>
              <a:rPr lang="en-US" sz="1000" dirty="0" err="1" smtClean="0"/>
              <a:t>Órfão</a:t>
            </a:r>
            <a:endParaRPr lang="en-US" sz="1000" dirty="0"/>
          </a:p>
        </p:txBody>
      </p:sp>
      <p:pic>
        <p:nvPicPr>
          <p:cNvPr id="72" name="Imagem 71" descr="csv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080056" y="4063308"/>
            <a:ext cx="762000" cy="762000"/>
          </a:xfrm>
          <a:prstGeom prst="rect">
            <a:avLst/>
          </a:prstGeom>
        </p:spPr>
      </p:pic>
      <p:sp>
        <p:nvSpPr>
          <p:cNvPr id="73" name="CaixaDeTexto 72"/>
          <p:cNvSpPr txBox="1"/>
          <p:nvPr/>
        </p:nvSpPr>
        <p:spPr>
          <a:xfrm>
            <a:off x="1927656" y="4901508"/>
            <a:ext cx="1066800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smtClean="0"/>
              <a:t>200,00 / 199,00</a:t>
            </a:r>
          </a:p>
          <a:p>
            <a:r>
              <a:rPr lang="en-US" sz="1000" dirty="0" smtClean="0"/>
              <a:t>300,00 / 303,33</a:t>
            </a:r>
          </a:p>
          <a:p>
            <a:r>
              <a:rPr lang="en-US" sz="1000" dirty="0" smtClean="0"/>
              <a:t>500,01 / 500,02</a:t>
            </a:r>
            <a:endParaRPr lang="en-US" sz="1000" dirty="0"/>
          </a:p>
        </p:txBody>
      </p:sp>
      <p:cxnSp>
        <p:nvCxnSpPr>
          <p:cNvPr id="78" name="Conector reto 77"/>
          <p:cNvCxnSpPr/>
          <p:nvPr/>
        </p:nvCxnSpPr>
        <p:spPr>
          <a:xfrm rot="5400000">
            <a:off x="1168746" y="2179938"/>
            <a:ext cx="381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onector reto 78"/>
          <p:cNvCxnSpPr/>
          <p:nvPr/>
        </p:nvCxnSpPr>
        <p:spPr>
          <a:xfrm rot="5400000">
            <a:off x="7422056" y="2170906"/>
            <a:ext cx="381000" cy="1588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2" name="Imagem 81" descr="etl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80020" y="1905000"/>
            <a:ext cx="1396374" cy="1143000"/>
          </a:xfrm>
          <a:prstGeom prst="rect">
            <a:avLst/>
          </a:prstGeom>
        </p:spPr>
      </p:pic>
      <p:sp>
        <p:nvSpPr>
          <p:cNvPr id="83" name="CaixaDeTexto 82"/>
          <p:cNvSpPr txBox="1"/>
          <p:nvPr/>
        </p:nvSpPr>
        <p:spPr>
          <a:xfrm>
            <a:off x="4238370" y="1600200"/>
            <a:ext cx="83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/>
              <a:t>ETL</a:t>
            </a:r>
            <a:endParaRPr lang="en-US" dirty="0"/>
          </a:p>
        </p:txBody>
      </p:sp>
      <p:cxnSp>
        <p:nvCxnSpPr>
          <p:cNvPr id="86" name="Conector de seta reta 85"/>
          <p:cNvCxnSpPr/>
          <p:nvPr/>
        </p:nvCxnSpPr>
        <p:spPr>
          <a:xfrm rot="5400000">
            <a:off x="4153694" y="3342736"/>
            <a:ext cx="5334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Conector de seta reta 87"/>
          <p:cNvCxnSpPr/>
          <p:nvPr/>
        </p:nvCxnSpPr>
        <p:spPr>
          <a:xfrm rot="5400000">
            <a:off x="4458494" y="3342736"/>
            <a:ext cx="533400" cy="1588"/>
          </a:xfrm>
          <a:prstGeom prst="straightConnector1">
            <a:avLst/>
          </a:prstGeom>
          <a:ln>
            <a:solidFill>
              <a:schemeClr val="tx1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56</TotalTime>
  <Words>22</Words>
  <Application>Microsoft Office PowerPoint</Application>
  <PresentationFormat>Apresentação na tela (4:3)</PresentationFormat>
  <Paragraphs>11</Paragraphs>
  <Slides>1</Slides>
  <Notes>0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2" baseType="lpstr">
      <vt:lpstr>Tema do Office</vt:lpstr>
      <vt:lpstr>Slide 1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David Lancioni</dc:creator>
  <cp:lastModifiedBy>David Lancioni</cp:lastModifiedBy>
  <cp:revision>10</cp:revision>
  <dcterms:created xsi:type="dcterms:W3CDTF">2022-09-01T11:07:28Z</dcterms:created>
  <dcterms:modified xsi:type="dcterms:W3CDTF">2022-09-01T12:04:15Z</dcterms:modified>
</cp:coreProperties>
</file>